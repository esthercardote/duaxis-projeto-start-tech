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F4A300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MACHINE LEARNING  ·  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do Projeto de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Dados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pontos essenciais para planejar, construir e apresentar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de dados — material de apoio para alunos iniciantes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502920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Python para Análise de Dados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usar este checklist?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040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bom projeto de dados equilibra duas dimensões: a técnica (dados, modelos, código) e a estratégica (para quem, por quê e como será usado). Este material organiza os 11 pontos que todo projeto de análise de dados com Python, Machine Learning e IA deve observar.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38100" dir="5400000">
              <a:srgbClr val="1A23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4572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problema aos dados, da exploração ao código — a base que sustenta qualquer modelo.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5669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itens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306324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38100" dir="5400000">
              <a:srgbClr val="1A234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Estratégica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de Negócio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4572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Público, modelo de negócio, interface, escala e aplicação — o contexto que dá valor ao projeto.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5669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itens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306324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58200" y="3749040"/>
            <a:ext cx="2788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item a item antes de entregar o projeto. Cada ponto não observado é um risco para a nota e para a qualidade da solução.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do Projeto  ·  Python, Machine Learning &amp; IA para Iniciantes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Técnicos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1 a 6 — a espinha dorsal de qualquer projeto de dados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Técnicos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Itens 1, 2 e 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013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645920" y="1755648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clara do problema e 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093976"/>
            <a:ext cx="9555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código, deixe explícita a pergunta que o projeto quer responder. Sem objetivo definido, o projeto perde direção e vira só exercício técnico.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2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31012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1645920" y="3264408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origem dos dados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3602736"/>
            <a:ext cx="9555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confiabilidade, atualidade e representatividade. Trate nulos, duplicados, outliers e tipos incorretos — a etapa mais reveladora sobre dados reais.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2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8188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818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1645920" y="4773168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(EDA) bem feita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5111496"/>
            <a:ext cx="9555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estatística descritiva e visualizações antes de qualquer modelo. Entenda padrões e evite aplicar técnicas de ML "às cegas".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do Projeto  ·  Python, Machine Learning &amp; IA para Iniciantes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Técnicos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Itens 4, 5 e 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013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645920" y="1755648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adequada de ferramentas e bibliotecas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093976"/>
            <a:ext cx="9555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bibliotecas consolidadas — pandas, numpy, matplotlib/seaborn, scikit-learn — antes de partir para frameworks de IA mais complexos.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2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31012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1645920" y="3264408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 e organização do código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3602736"/>
            <a:ext cx="9555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virtuais, notebooks organizados ou scripts modulares, controle de versão (Git) e documentação do processo, desde o início.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2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8188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818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1645920" y="4773168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crítica dos resultados e limitações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5111496"/>
            <a:ext cx="9555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métricas, questione se fazem sentido, reconheça vieses nos dados e entenda as limitações do modelo — não apenas rode e reporte.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do Projeto  ·  Python, Machine Learning &amp; IA para Iniciantes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Estratégica e de Negócio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7 a 11 — o contexto que dá valor real ao projeto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Estratégica e de Negócio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Itens 7, 8 e 9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013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645920" y="1755648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093976"/>
            <a:ext cx="9555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quem usa ou se beneficia da solução, seu nível técnico e quais dados tem acesso. Um resultado tecnicamente correto, mas incompreensível, perde valor.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2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3101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1645920" y="3264408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3602736"/>
            <a:ext cx="9555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 como a solução geraria valor: ferramenta interna, produto por assinatura ou consultoria pontual — pensando em custo, atualização e retorno.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F2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8188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818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1645920" y="4773168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do sistema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5111496"/>
            <a:ext cx="9555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como o usuário final interage com a análise: dashboard (Streamlit, Dash, Power BI), relatório automatizado ou API de previsões.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do Projeto  ·  Python, Machine Learning &amp; IA para Iniciantes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Estratégica e de Negócio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Itens 10 e 11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06240"/>
          </a:xfrm>
          <a:prstGeom prst="roundRect">
            <a:avLst>
              <a:gd name="adj" fmla="val 304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38100" dir="5400000">
              <a:srgbClr val="1A234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4480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funcionaria com volume de dados muito maior? Com que frequência o modelo precisaria ser retreinado? A infraestrutura aguentaria mais usuários? Não precisa ser implementado — mas deve ser refletido e documentado.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12080" cy="4206240"/>
          </a:xfrm>
          <a:prstGeom prst="roundRect">
            <a:avLst>
              <a:gd name="adj" fmla="val 304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38100" dir="5400000">
              <a:srgbClr val="1A234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057400"/>
            <a:ext cx="685800" cy="6858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057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75120" y="2971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3566160"/>
            <a:ext cx="4480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claro o contexto de uso: previsão, classificação, diagnóstico, recomendação ou automação de relatórios. Alinhe a técnica ao caso real — nunca escolha um modelo só porque "está na moda".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do Projeto  ·  Python, Machine Learning &amp; IA para Iniciantes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completo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11 pontos, lado a lado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3B70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81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5270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clara do problema e objetivo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167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3B70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0939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origem dos dados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7340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3B70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15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66090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(EDA) bem feita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30098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3B70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82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322783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adequada de ferramentas e bibliotecas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8679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3B70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49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794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 e organização do código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4348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3B70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16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43616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crítica dos resultados e limitações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1600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3B70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581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15270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2167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3B70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148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20939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0" y="27340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3B70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715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266090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do sistema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9360" y="330098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3B70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282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0" y="322783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9360" y="38679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3B70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849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66560" y="3794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do Projeto  ·  Python, Machine Learning &amp; IA para Iniciantes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023360" cy="4023360"/>
          </a:xfrm>
          <a:prstGeom prst="ellipse">
            <a:avLst/>
          </a:prstGeom>
          <a:solidFill>
            <a:srgbClr val="F4A300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entregar,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 os 11 pontos.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projeto de dados sólido não é só código que funciona 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código que resolve o problema certo, para o público certo, de forma clara e sustentável.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 projetos!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2026-07-27T18:01:04Z</dcterms:created>
  <dcterms:modified xsi:type="dcterms:W3CDTF">2026-07-27T18:01:04Z</dcterms:modified>
</cp:coreProperties>
</file>