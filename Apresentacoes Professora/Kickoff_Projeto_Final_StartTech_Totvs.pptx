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E3A8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00D9C0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JORNADA · TOTVS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 do Projeto Final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Grupos, liderança, cronograma e as primeiras ideias do seu projeto com Python, Machine Learning e IA Generativa.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502920" cy="54864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· 4 HORAS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94360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0284F"/>
          </a:solidFill>
          <a:ln w="12700">
            <a:solidFill>
              <a:srgbClr val="00D9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943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· 4H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SAI DAQUI COM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da aula de hoje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977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548640" cy="548640"/>
          </a:xfrm>
          <a:prstGeom prst="ellipse">
            <a:avLst/>
          </a:prstGeom>
          <a:solidFill>
            <a:srgbClr val="2E3A8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84248"/>
            <a:ext cx="3817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formado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44577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equilibradas, prontas para trabalhar juntas até o fim do curso.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57900" y="1691640"/>
            <a:ext cx="50977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7940" y="2011680"/>
            <a:ext cx="548640" cy="548640"/>
          </a:xfrm>
          <a:prstGeom prst="ellipse">
            <a:avLst/>
          </a:prstGeom>
          <a:solidFill>
            <a:srgbClr val="2E3A87"/>
          </a:solidFill>
          <a:ln/>
        </p:spPr>
      </p:sp>
      <p:sp>
        <p:nvSpPr>
          <p:cNvPr id="11" name="Text 9"/>
          <p:cNvSpPr/>
          <p:nvPr/>
        </p:nvSpPr>
        <p:spPr>
          <a:xfrm>
            <a:off x="63779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09460" y="1984248"/>
            <a:ext cx="3817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Liderança eleita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77940" y="2651760"/>
            <a:ext cx="44577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facilitador (e um backup) responsável por organizar o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0977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434840"/>
            <a:ext cx="548640" cy="548640"/>
          </a:xfrm>
          <a:prstGeom prst="ellipse">
            <a:avLst/>
          </a:prstGeom>
          <a:solidFill>
            <a:srgbClr val="2E3A87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407408"/>
            <a:ext cx="3817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no papel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44577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e datas do projeto final, da ideia à apresentação.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57900" y="4114800"/>
            <a:ext cx="50977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7940" y="4434840"/>
            <a:ext cx="548640" cy="548640"/>
          </a:xfrm>
          <a:prstGeom prst="ellipse">
            <a:avLst/>
          </a:prstGeom>
          <a:solidFill>
            <a:srgbClr val="2E3A87"/>
          </a:solidFill>
          <a:ln/>
        </p:spPr>
      </p:sp>
      <p:sp>
        <p:nvSpPr>
          <p:cNvPr id="21" name="Text 19"/>
          <p:cNvSpPr/>
          <p:nvPr/>
        </p:nvSpPr>
        <p:spPr>
          <a:xfrm>
            <a:off x="637794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09460" y="4407408"/>
            <a:ext cx="3817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 inicial escolhida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77940" y="5074920"/>
            <a:ext cx="44577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ponto de partida real para começar a prototipar.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Abertura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vamos usar as 4 horas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25400">
            <a:solidFill>
              <a:srgbClr val="3A42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35935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3108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7352" y="35935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9" name="Text 7"/>
          <p:cNvSpPr/>
          <p:nvPr/>
        </p:nvSpPr>
        <p:spPr>
          <a:xfrm>
            <a:off x="148844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05560" y="41788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grupos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95752" y="35935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/>
          <p:nvPr/>
        </p:nvSpPr>
        <p:spPr>
          <a:xfrm>
            <a:off x="2656840" y="3108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7396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Eleição de liderança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64152" y="3593592"/>
            <a:ext cx="128016" cy="128016"/>
          </a:xfrm>
          <a:prstGeom prst="ellipse">
            <a:avLst/>
          </a:prstGeom>
          <a:solidFill>
            <a:srgbClr val="5B6478"/>
          </a:solidFill>
          <a:ln/>
        </p:spPr>
      </p:sp>
      <p:sp>
        <p:nvSpPr>
          <p:cNvPr id="15" name="Text 13"/>
          <p:cNvSpPr/>
          <p:nvPr/>
        </p:nvSpPr>
        <p:spPr>
          <a:xfrm>
            <a:off x="382524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42360" y="41788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32552" y="35935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8" name="Text 16"/>
          <p:cNvSpPr/>
          <p:nvPr/>
        </p:nvSpPr>
        <p:spPr>
          <a:xfrm>
            <a:off x="4993640" y="3108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076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tempo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00952" y="35935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1" name="Text 19"/>
          <p:cNvSpPr/>
          <p:nvPr/>
        </p:nvSpPr>
        <p:spPr>
          <a:xfrm>
            <a:off x="616204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79160" y="41788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69352" y="35935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4" name="Text 22"/>
          <p:cNvSpPr/>
          <p:nvPr/>
        </p:nvSpPr>
        <p:spPr>
          <a:xfrm>
            <a:off x="7330440" y="3108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25min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4756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a observar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37752" y="35935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7" name="Text 25"/>
          <p:cNvSpPr/>
          <p:nvPr/>
        </p:nvSpPr>
        <p:spPr>
          <a:xfrm>
            <a:off x="849884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15960" y="41788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106152" y="35935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0" name="Text 28"/>
          <p:cNvSpPr/>
          <p:nvPr/>
        </p:nvSpPr>
        <p:spPr>
          <a:xfrm>
            <a:off x="9667240" y="3108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8436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ideias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1274552" y="3593592"/>
            <a:ext cx="128016" cy="12801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3" name="Text 31"/>
          <p:cNvSpPr/>
          <p:nvPr/>
        </p:nvSpPr>
        <p:spPr>
          <a:xfrm>
            <a:off x="1083564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52760" y="41788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dia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35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 de grupos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Tamanho ideal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514600"/>
            <a:ext cx="1371600" cy="13716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14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por grupo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o bastante para dividir tarefas.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 o bastante para não gerar dispersão.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69164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141B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de balanceamento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2514600"/>
            <a:ext cx="411480" cy="41148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2468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avalia seu nível: nenhum / básico / já mexi um pouco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3291840"/>
            <a:ext cx="411480" cy="41148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3246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num post-it (ou formulário rápido)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069080"/>
            <a:ext cx="411480" cy="41148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40233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é montado misturando níveis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4846320"/>
            <a:ext cx="411480" cy="41148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4800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grupos muito "fortes" ou muito "perdidos"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Grupos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25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Eleição de liderança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DEFF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 aqui não é chefe — é facilitador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reuniões, acompanha prazos e garante que todo mundo participe.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41376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286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decidir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286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Votação simples, consenso do grupo, ou combinar um rodízio desde já.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3880" y="3063240"/>
            <a:ext cx="341376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8200" y="3337560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4" name="Text 12"/>
          <p:cNvSpPr/>
          <p:nvPr/>
        </p:nvSpPr>
        <p:spPr>
          <a:xfrm>
            <a:off x="46482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48200" y="3977640"/>
            <a:ext cx="286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Rodízio de liderança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8200" y="4434840"/>
            <a:ext cx="286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liderança pode mudar a cada 2 semanas — ótima lição de gestão para todos.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7680" y="3063240"/>
            <a:ext cx="341376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2000" y="3337560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82000" y="3977640"/>
            <a:ext cx="286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Papel de apoio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82000" y="4434840"/>
            <a:ext cx="286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também um "vice" ou responsável por comunicação, como backup do líder.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Liderança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40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tempo do projeto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ser Scrum formal — mas a lógica ajuda muito: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13760" cy="3383280"/>
          </a:xfrm>
          <a:prstGeom prst="roundRect">
            <a:avLst>
              <a:gd name="adj" fmla="val 2162"/>
            </a:avLst>
          </a:prstGeom>
          <a:solidFill>
            <a:srgbClr val="1C245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11680"/>
            <a:ext cx="3413760" cy="502920"/>
          </a:xfrm>
          <a:prstGeom prst="roundRect">
            <a:avLst>
              <a:gd name="adj" fmla="val 14545"/>
            </a:avLst>
          </a:prstGeom>
          <a:solidFill>
            <a:srgbClr val="5B647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341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048000" cy="594360"/>
          </a:xfrm>
          <a:prstGeom prst="roundRect">
            <a:avLst>
              <a:gd name="adj" fmla="val 9231"/>
            </a:avLst>
          </a:prstGeom>
          <a:solidFill>
            <a:srgbClr val="26305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697480"/>
            <a:ext cx="277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escopo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3048000" cy="594360"/>
          </a:xfrm>
          <a:prstGeom prst="roundRect">
            <a:avLst>
              <a:gd name="adj" fmla="val 9231"/>
            </a:avLst>
          </a:prstGeom>
          <a:solidFill>
            <a:srgbClr val="26305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474720"/>
            <a:ext cx="277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dataset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3048000" cy="594360"/>
          </a:xfrm>
          <a:prstGeom prst="roundRect">
            <a:avLst>
              <a:gd name="adj" fmla="val 9231"/>
            </a:avLst>
          </a:prstGeom>
          <a:solidFill>
            <a:srgbClr val="26305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51960"/>
            <a:ext cx="277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tarefas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73880" y="2011680"/>
            <a:ext cx="3413760" cy="3383280"/>
          </a:xfrm>
          <a:prstGeom prst="roundRect">
            <a:avLst>
              <a:gd name="adj" fmla="val 2162"/>
            </a:avLst>
          </a:prstGeom>
          <a:solidFill>
            <a:srgbClr val="1C2450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3880" y="2011680"/>
            <a:ext cx="3413760" cy="502920"/>
          </a:xfrm>
          <a:prstGeom prst="roundRect">
            <a:avLst>
              <a:gd name="adj" fmla="val 14545"/>
            </a:avLst>
          </a:prstGeom>
          <a:solidFill>
            <a:srgbClr val="2E3A87"/>
          </a:solidFill>
          <a:ln/>
        </p:spPr>
      </p:sp>
      <p:sp>
        <p:nvSpPr>
          <p:cNvPr id="16" name="Text 14"/>
          <p:cNvSpPr/>
          <p:nvPr/>
        </p:nvSpPr>
        <p:spPr>
          <a:xfrm>
            <a:off x="4373880" y="2011680"/>
            <a:ext cx="341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56760" y="2697480"/>
            <a:ext cx="3048000" cy="594360"/>
          </a:xfrm>
          <a:prstGeom prst="roundRect">
            <a:avLst>
              <a:gd name="adj" fmla="val 9231"/>
            </a:avLst>
          </a:prstGeom>
          <a:solidFill>
            <a:srgbClr val="26305F"/>
          </a:solidFill>
          <a:ln/>
        </p:spPr>
      </p:sp>
      <p:sp>
        <p:nvSpPr>
          <p:cNvPr id="18" name="Text 16"/>
          <p:cNvSpPr/>
          <p:nvPr/>
        </p:nvSpPr>
        <p:spPr>
          <a:xfrm>
            <a:off x="4693920" y="2697480"/>
            <a:ext cx="277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em Python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56760" y="3474720"/>
            <a:ext cx="3048000" cy="594360"/>
          </a:xfrm>
          <a:prstGeom prst="roundRect">
            <a:avLst>
              <a:gd name="adj" fmla="val 9231"/>
            </a:avLst>
          </a:prstGeom>
          <a:solidFill>
            <a:srgbClr val="26305F"/>
          </a:solidFill>
          <a:ln/>
        </p:spPr>
      </p:sp>
      <p:sp>
        <p:nvSpPr>
          <p:cNvPr id="20" name="Text 18"/>
          <p:cNvSpPr/>
          <p:nvPr/>
        </p:nvSpPr>
        <p:spPr>
          <a:xfrm>
            <a:off x="4693920" y="3474720"/>
            <a:ext cx="277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modelo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07680" y="2011680"/>
            <a:ext cx="3413760" cy="3383280"/>
          </a:xfrm>
          <a:prstGeom prst="roundRect">
            <a:avLst>
              <a:gd name="adj" fmla="val 2162"/>
            </a:avLst>
          </a:prstGeom>
          <a:solidFill>
            <a:srgbClr val="1C2450"/>
          </a:solidFill>
          <a:ln/>
        </p:spPr>
      </p:sp>
      <p:sp>
        <p:nvSpPr>
          <p:cNvPr id="22" name="Shape 20"/>
          <p:cNvSpPr/>
          <p:nvPr/>
        </p:nvSpPr>
        <p:spPr>
          <a:xfrm>
            <a:off x="8107680" y="2011680"/>
            <a:ext cx="3413760" cy="502920"/>
          </a:xfrm>
          <a:prstGeom prst="roundRect">
            <a:avLst>
              <a:gd name="adj" fmla="val 14545"/>
            </a:avLst>
          </a:prstGeom>
          <a:solidFill>
            <a:srgbClr val="1B8A6B"/>
          </a:solidFill>
          <a:ln/>
        </p:spPr>
      </p:sp>
      <p:sp>
        <p:nvSpPr>
          <p:cNvPr id="23" name="Text 21"/>
          <p:cNvSpPr/>
          <p:nvPr/>
        </p:nvSpPr>
        <p:spPr>
          <a:xfrm>
            <a:off x="8107680" y="2011680"/>
            <a:ext cx="341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90560" y="2697480"/>
            <a:ext cx="3048000" cy="594360"/>
          </a:xfrm>
          <a:prstGeom prst="roundRect">
            <a:avLst>
              <a:gd name="adj" fmla="val 9231"/>
            </a:avLst>
          </a:prstGeom>
          <a:solidFill>
            <a:srgbClr val="26305F"/>
          </a:solidFill>
          <a:ln/>
        </p:spPr>
      </p:sp>
      <p:sp>
        <p:nvSpPr>
          <p:cNvPr id="25" name="Text 23"/>
          <p:cNvSpPr/>
          <p:nvPr/>
        </p:nvSpPr>
        <p:spPr>
          <a:xfrm>
            <a:off x="8427720" y="2697480"/>
            <a:ext cx="277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do projeto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90560" y="3474720"/>
            <a:ext cx="3048000" cy="594360"/>
          </a:xfrm>
          <a:prstGeom prst="roundRect">
            <a:avLst>
              <a:gd name="adj" fmla="val 9231"/>
            </a:avLst>
          </a:prstGeom>
          <a:solidFill>
            <a:srgbClr val="26305F"/>
          </a:solidFill>
          <a:ln/>
        </p:spPr>
      </p:sp>
      <p:sp>
        <p:nvSpPr>
          <p:cNvPr id="27" name="Text 25"/>
          <p:cNvSpPr/>
          <p:nvPr/>
        </p:nvSpPr>
        <p:spPr>
          <a:xfrm>
            <a:off x="8427720" y="3474720"/>
            <a:ext cx="277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formado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sugeridas: Trello · Notion · Google Sheets · quadro físico  —  e reuniões rápidas semanais (checkpoints) para manter o time alinhado.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Gestão de tempo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do cronograma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preenche seu cronograma com datas reais até a apresentação final: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029200"/>
                <a:gridCol w="228600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Definição da ideia e escopo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o grupo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Coleta e organização dos dados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Desenvolvimento em Python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 / IA Generativa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e ajustes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Preparação da apresentação final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Fazer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completo para preencher com seu grupo disponível em anexo.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· Cronograma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25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Aspectos a observar no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44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realista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6112" y="2560320"/>
            <a:ext cx="29321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um projeto pequeno funcionando do que um grande pela metade.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8640" y="1691640"/>
            <a:ext cx="3444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4672" y="1947672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1" name="Text 9"/>
          <p:cNvSpPr/>
          <p:nvPr/>
        </p:nvSpPr>
        <p:spPr>
          <a:xfrm>
            <a:off x="46146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2732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disponíveis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4672" y="2560320"/>
            <a:ext cx="29321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depende de dados de exemplo ou reais acessíveis?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77200" y="1691640"/>
            <a:ext cx="3444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3232" y="1947672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6" name="Text 14"/>
          <p:cNvSpPr/>
          <p:nvPr/>
        </p:nvSpPr>
        <p:spPr>
          <a:xfrm>
            <a:off x="83332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45880" y="189280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e privacidade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33232" y="2560320"/>
            <a:ext cx="29321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dados sensíveis, mesmo fictícios — vale discutir o tema.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44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187952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413308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Usabilidade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96112" y="4800600"/>
            <a:ext cx="29321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em quem usaria essa solução: qual o problema real por trás?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8640" y="3931920"/>
            <a:ext cx="3444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4672" y="4187952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467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27320" y="413308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4672" y="4800600"/>
            <a:ext cx="29321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vão contar uma história, não só mostrar código.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77200" y="3931920"/>
            <a:ext cx="3444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3232" y="4187952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1" name="Text 29"/>
          <p:cNvSpPr/>
          <p:nvPr/>
        </p:nvSpPr>
        <p:spPr>
          <a:xfrm>
            <a:off x="833323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45880" y="4133088"/>
            <a:ext cx="234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equipe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33232" y="4800600"/>
            <a:ext cx="293217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participam de alguma etapa técnica do projeto.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6 · Boas práticas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25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tecnologias se conectam ao projeto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13760" cy="4023360"/>
          </a:xfrm>
          <a:prstGeom prst="roundRect">
            <a:avLst>
              <a:gd name="adj" fmla="val 2679"/>
            </a:avLst>
          </a:prstGeom>
          <a:solidFill>
            <a:srgbClr val="1C2450"/>
          </a:solidFill>
          <a:ln/>
        </p:spPr>
      </p:sp>
      <p:sp>
        <p:nvSpPr>
          <p:cNvPr id="5" name="Shape 3"/>
          <p:cNvSpPr/>
          <p:nvPr/>
        </p:nvSpPr>
        <p:spPr>
          <a:xfrm>
            <a:off x="1844040" y="2057400"/>
            <a:ext cx="1005840" cy="1005840"/>
          </a:xfrm>
          <a:prstGeom prst="ellipse">
            <a:avLst/>
          </a:prstGeom>
          <a:solidFill>
            <a:srgbClr val="2E3A87"/>
          </a:solidFill>
          <a:ln/>
        </p:spPr>
      </p:sp>
      <p:sp>
        <p:nvSpPr>
          <p:cNvPr id="6" name="Text 4"/>
          <p:cNvSpPr/>
          <p:nvPr/>
        </p:nvSpPr>
        <p:spPr>
          <a:xfrm>
            <a:off x="184404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2773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"cola" que estrutura tudo: automatiza tarefas repetitivas, organiza dados e conecta as partes do projeto.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3880" y="1691640"/>
            <a:ext cx="3413760" cy="4023360"/>
          </a:xfrm>
          <a:prstGeom prst="roundRect">
            <a:avLst>
              <a:gd name="adj" fmla="val 2679"/>
            </a:avLst>
          </a:prstGeom>
          <a:solidFill>
            <a:srgbClr val="1C2450"/>
          </a:solidFill>
          <a:ln/>
        </p:spPr>
      </p:sp>
      <p:sp>
        <p:nvSpPr>
          <p:cNvPr id="10" name="Shape 8"/>
          <p:cNvSpPr/>
          <p:nvPr/>
        </p:nvSpPr>
        <p:spPr>
          <a:xfrm>
            <a:off x="5577840" y="2057400"/>
            <a:ext cx="1005840" cy="1005840"/>
          </a:xfrm>
          <a:prstGeom prst="ellipse">
            <a:avLst/>
          </a:prstGeom>
          <a:solidFill>
            <a:srgbClr val="1B6E8C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02480" y="329184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93920" y="3840480"/>
            <a:ext cx="2773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quando o projeto envolve prever, classificar ou identificar padrões em dados — ex: prever vendas, classificar textos.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7680" y="1691640"/>
            <a:ext cx="3413760" cy="4023360"/>
          </a:xfrm>
          <a:prstGeom prst="roundRect">
            <a:avLst>
              <a:gd name="adj" fmla="val 2679"/>
            </a:avLst>
          </a:prstGeom>
          <a:solidFill>
            <a:srgbClr val="1C2450"/>
          </a:solidFill>
          <a:ln/>
        </p:spPr>
      </p:sp>
      <p:sp>
        <p:nvSpPr>
          <p:cNvPr id="15" name="Shape 13"/>
          <p:cNvSpPr/>
          <p:nvPr/>
        </p:nvSpPr>
        <p:spPr>
          <a:xfrm>
            <a:off x="9311640" y="2057400"/>
            <a:ext cx="1005840" cy="1005840"/>
          </a:xfrm>
          <a:prstGeom prst="ellipse">
            <a:avLst/>
          </a:prstGeom>
          <a:solidFill>
            <a:srgbClr val="1B8A6B"/>
          </a:solidFill>
          <a:ln/>
        </p:spPr>
      </p:sp>
      <p:sp>
        <p:nvSpPr>
          <p:cNvPr id="16" name="Text 14"/>
          <p:cNvSpPr/>
          <p:nvPr/>
        </p:nvSpPr>
        <p:spPr>
          <a:xfrm>
            <a:off x="931164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36280" y="3291840"/>
            <a:ext cx="295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Generativa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27720" y="3840480"/>
            <a:ext cx="2773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quando o projeto envolve gerar conteúdo, responder perguntas, resumir textos ou simular conversas.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projeto precisa usar as três — o importante é escolher a tecnologia certa para o problema.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7 · Tecnologias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30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ideias para inspirar seu projeto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019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de atendimento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349240" y="19019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dúvidas frequentes usando IA generativa.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012680" y="20116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11" name="Text 9"/>
          <p:cNvSpPr/>
          <p:nvPr/>
        </p:nvSpPr>
        <p:spPr>
          <a:xfrm>
            <a:off x="1001268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07208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Classificador de tickets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349240" y="276148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chamados de suporte por urgência ou categoria.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12680" y="2871216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287121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666744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66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6210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recomendação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49240" y="362102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produtos ou serviços com base no perfil do usuário.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012680" y="373075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37307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407408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44805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Automação de dados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349240" y="44805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dados automaticamente de planilhas ou notas fiscais.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12680" y="459028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32" name="Text 30"/>
          <p:cNvSpPr/>
          <p:nvPr/>
        </p:nvSpPr>
        <p:spPr>
          <a:xfrm>
            <a:off x="10012680" y="459028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5266944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385816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385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08760" y="534009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com previsão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349240" y="534009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vendas e uma previsão simples de demanda futura.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012680" y="544982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39" name="Text 37"/>
          <p:cNvSpPr/>
          <p:nvPr/>
        </p:nvSpPr>
        <p:spPr>
          <a:xfrm>
            <a:off x="10012680" y="544982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Python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Ideias de projeto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30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ideias para inspirar seu projeto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de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9019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Gerador de relatórios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349240" y="190195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relatórios em texto automaticamente a partir de dados.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012680" y="20116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11" name="Text 9"/>
          <p:cNvSpPr/>
          <p:nvPr/>
        </p:nvSpPr>
        <p:spPr>
          <a:xfrm>
            <a:off x="10012680" y="20116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07208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07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sentimento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349240" y="276148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se comentários e avaliações de clientes são positivos ou negativos.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12680" y="2871216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287121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666744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66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62102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Triagem de currículos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49240" y="362102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que organiza e pré-classifica currículos para o RH.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012680" y="3730752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373075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Python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407408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44805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Previsão de estoque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349240" y="44805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necessidade de estoque com base no histórico de vendas.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12680" y="459028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32" name="Text 30"/>
          <p:cNvSpPr/>
          <p:nvPr/>
        </p:nvSpPr>
        <p:spPr>
          <a:xfrm>
            <a:off x="10012680" y="459028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5266944"/>
            <a:ext cx="10881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385816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385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08760" y="534009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Gerador de conteúdo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5349240" y="534009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descrições de produto e posts de marketing com IA generativa.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012680" y="5449824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DEFFA"/>
          </a:solidFill>
          <a:ln/>
        </p:spPr>
      </p:sp>
      <p:sp>
        <p:nvSpPr>
          <p:cNvPr id="39" name="Text 37"/>
          <p:cNvSpPr/>
          <p:nvPr/>
        </p:nvSpPr>
        <p:spPr>
          <a:xfrm>
            <a:off x="10012680" y="544982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3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usem essas ideias como ponto de partida — adaptações e combinações são bem-vindas!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8 · Ideias de projeto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3657600" cy="3657600"/>
          </a:xfrm>
          <a:prstGeom prst="ellipse">
            <a:avLst/>
          </a:prstGeom>
          <a:solidFill>
            <a:srgbClr val="2E3A87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grupo compartilha em 1 frase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99008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líder (e o backup)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365760" cy="36576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67588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ideia inicial do projeto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4389120"/>
            <a:ext cx="365760" cy="36576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361688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Combinar: trazer a ideia refinada na próxima aula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9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Bora construir!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0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Tech Inteligência Artificial · Totvs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2026-07-15T14:45:20Z</dcterms:created>
  <dcterms:modified xsi:type="dcterms:W3CDTF">2026-07-15T14:45:20Z</dcterms:modified>
</cp:coreProperties>
</file>