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6C2BD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4206240" cy="4206240"/>
          </a:xfrm>
          <a:prstGeom prst="ellipse">
            <a:avLst/>
          </a:prstGeom>
          <a:solidFill>
            <a:srgbClr val="00F5D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SLIDES PARA PITCH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dor ao dado: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pitch em 9 minutos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de Análise de Dados, Machine Learning &amp; IA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MINUTOS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7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do projeto  ·  nome da equipe 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do pitch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minutos, 9 blocos. Cada um com um papel bem definido.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C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0260"/>
            <a:ext cx="640080" cy="64008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0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92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Gancho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C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80260"/>
            <a:ext cx="640080" cy="64008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80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892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C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080260"/>
            <a:ext cx="640080" cy="64008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80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1892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Público-alvo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2313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C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680460"/>
            <a:ext cx="640080" cy="64008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804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1MIN30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2918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C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680460"/>
            <a:ext cx="640080" cy="64008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6804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&amp; Tech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2918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C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680460"/>
            <a:ext cx="640080" cy="64008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6804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189720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8972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1MIN30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C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5280660"/>
            <a:ext cx="640080" cy="64008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2806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600200" y="5093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600200" y="5513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43400" y="4892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C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5280660"/>
            <a:ext cx="640080" cy="64008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52806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394960" y="5093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94960" y="5513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38160" y="4892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CF7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66760" y="5280660"/>
            <a:ext cx="640080" cy="64008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6" name="Text 44"/>
          <p:cNvSpPr/>
          <p:nvPr/>
        </p:nvSpPr>
        <p:spPr>
          <a:xfrm>
            <a:off x="8366760" y="52806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189720" y="5093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89720" y="5513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1EC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3840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Gancho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a atenção logo de cara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68712" y="594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10268712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SEGUNDOS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COLOCAR NO SLIDE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 de impacto, dado surpreendente ou mini-história real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“boa tarde, hoje vamos apresentar…”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frase decide se a plateia vai prestar atenção no resto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50A2B"/>
          </a:solidFill>
          <a:ln/>
          <a:effectLst>
            <a:outerShdw sx="100000" sy="100000" kx="0" ky="0" algn="bl" rotWithShape="0" blurRad="101600" dist="38100" dir="5400000">
              <a:srgbClr val="1B133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PRÁTICA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“Vocês sabiam que uma padaria comum joga fora 15% do pão que produz todo dia — só por não saber quanto vai vender?”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3657600" cy="0"/>
          </a:xfrm>
          <a:prstGeom prst="line">
            <a:avLst/>
          </a:prstGeom>
          <a:noFill/>
          <a:ln w="12700">
            <a:solidFill>
              <a:srgbClr val="3C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Ensaie essa frase separada do resto — ela precisa sair pronta, sem gaguejar.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1EC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3840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treta?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68712" y="594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10268712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COLOCAR NO SLIDE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a bagunça real que vocês encontraram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ser específico — vira uma cena, não uma frase genérica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problemas vagos tipo “empresas perdem dinheiro”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50A2B"/>
          </a:solidFill>
          <a:ln/>
          <a:effectLst>
            <a:outerShdw sx="100000" sy="100000" kx="0" ky="0" algn="bl" rotWithShape="0" blurRad="101600" dist="38100" dir="5400000">
              <a:srgbClr val="1B133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PRÁTICA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padaria X perde R$ 800 por mês jogando pão fora, porque decide a produção no feeling do dono.”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3657600" cy="0"/>
          </a:xfrm>
          <a:prstGeom prst="line">
            <a:avLst/>
          </a:prstGeom>
          <a:noFill/>
          <a:ln w="12700">
            <a:solidFill>
              <a:srgbClr val="3C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der, mostre o problema com um número real que vocês coletaram — pesa muito mais.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1EC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3840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sofre com isso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quem é essa solução?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68712" y="594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10268712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SEGUNDOS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COLOCAR NO SLIDE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perfil de quem sente essa dor na pele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negócio ou tipo de pessoa — bem específico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nítido o público, mais crível o pitch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50A2B"/>
          </a:solidFill>
          <a:ln/>
          <a:effectLst>
            <a:outerShdw sx="100000" sy="100000" kx="0" ky="0" algn="bl" rotWithShape="0" blurRad="101600" dist="38100" dir="5400000">
              <a:srgbClr val="1B133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PRÁTICA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“Pequenos comércios de bairro, sem sistema de gestão, que decidem estoque no olhômetro.”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3657600" cy="0"/>
          </a:xfrm>
          <a:prstGeom prst="line">
            <a:avLst/>
          </a:prstGeom>
          <a:noFill/>
          <a:ln w="12700">
            <a:solidFill>
              <a:srgbClr val="3C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possível, cite o nome (ou tipo) do negócio real que vocês usaram como estudo de caso.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1EC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3840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Sacada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gente criou?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68712" y="594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10268712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COLOCAR NO SLIDE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a solução em português claro, sem jargão técnico ainda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que muda na vida de quem usa o sistema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“termo técnico” vem no próximo bloco — aqui é só a ideia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50A2B"/>
          </a:solidFill>
          <a:ln/>
          <a:effectLst>
            <a:outerShdw sx="100000" sy="100000" kx="0" ky="0" algn="bl" rotWithShape="0" blurRad="101600" dist="38100" dir="5400000">
              <a:srgbClr val="1B133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PRÁTICA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 sistema que aprende com o histórico de vendas e diz, todo dia, quantos pães produzir.”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3657600" cy="0"/>
          </a:xfrm>
          <a:prstGeom prst="line">
            <a:avLst/>
          </a:prstGeom>
          <a:noFill/>
          <a:ln w="12700">
            <a:solidFill>
              <a:srgbClr val="3C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“se eu contar isso pra minha avó, ela entende?” Se não, simplifique mais.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1EC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3840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Trás das Cortinas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mágica acontece — dados &amp; tecnologia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68712" y="594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10268712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COLOCAR NO SLIDE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vieram os dados (fonte, coleta, tamanho da base)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modelo/algoritmo foi usado e por quê (classificação, regressão, clusterização…)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Python usadas (pandas, scikit-learn, etc.)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gráfico ou insight em que “os dados contam a história”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50A2B"/>
          </a:solidFill>
          <a:ln/>
          <a:effectLst>
            <a:outerShdw sx="100000" sy="100000" kx="0" ky="0" algn="bl" rotWithShape="0" blurRad="101600" dist="38100" dir="5400000">
              <a:srgbClr val="1B133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PRÁTICA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“Usamos 6 meses de vendas reais, tratados com pandas, e um modelo de regressão do scikit-learn pra prever a demanda diária.”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3657600" cy="0"/>
          </a:xfrm>
          <a:prstGeom prst="line">
            <a:avLst/>
          </a:prstGeom>
          <a:noFill/>
          <a:ln w="12700">
            <a:solidFill>
              <a:srgbClr val="3C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momento técnico do pitch — mas ainda em linguagem acessível, sem virar aula de estatística.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1EC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3840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Don't Tell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 ver funcionando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68712" y="594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10268712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COLOCAR NO SLIDE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GIF ou tela do sistema rodando ao vivo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os números: acurácia, precisão, resultado do teste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real vale mais que promessa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50A2B"/>
          </a:solidFill>
          <a:ln/>
          <a:effectLst>
            <a:outerShdw sx="100000" sy="100000" kx="0" ky="0" algn="bl" rotWithShape="0" blurRad="101600" dist="38100" dir="5400000">
              <a:srgbClr val="1B133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PRÁTICA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“Nosso modelo acertou a previsão de demanda com 87% de precisão nos testes das últimas 4 semanas.”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3657600" cy="0"/>
          </a:xfrm>
          <a:prstGeom prst="line">
            <a:avLst/>
          </a:prstGeom>
          <a:noFill/>
          <a:ln w="12700">
            <a:solidFill>
              <a:srgbClr val="3C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um vídeo curto como plano B — internet e demos ao vivo falham na pior hora.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1EC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3840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é Diferente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gente é o + f*da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68712" y="594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10268712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COLOCAR NO SLIDE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vocês fazem melhor que planilha, feeling ou concorrente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ganho concreto: tempo, dinheiro ou precisão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“antes” x “depois” se fizer sentido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50A2B"/>
          </a:solidFill>
          <a:ln/>
          <a:effectLst>
            <a:outerShdw sx="100000" sy="100000" kx="0" ky="0" algn="bl" rotWithShape="0" blurRad="101600" dist="38100" dir="5400000">
              <a:srgbClr val="1B133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PRÁTICA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“Enquanto a planilha manual erra 40% das vezes, nosso modelo erra menos de 15%.”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3657600" cy="0"/>
          </a:xfrm>
          <a:prstGeom prst="line">
            <a:avLst/>
          </a:prstGeom>
          <a:noFill/>
          <a:ln w="12700">
            <a:solidFill>
              <a:srgbClr val="3C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concretos (R$, %, horas) convencem mais que adjetivos como “inovador” ou “revolucionário”.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1EC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3840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Isso Crescesse?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sonho maior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68712" y="594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10268712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SEGUNDOS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COLOCAR NO SLIDE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poderia chegar se vocês continuassem o projeto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negócios ou públicos que poderiam usar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até virar um produto de verdade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50A2B"/>
          </a:solidFill>
          <a:ln/>
          <a:effectLst>
            <a:outerShdw sx="100000" sy="100000" kx="0" ky="0" algn="bl" rotWithShape="0" blurRad="101600" dist="38100" dir="5400000">
              <a:srgbClr val="1B133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PRÁTICA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 mais dados, o mesmo modelo pode prever estoque pra qualquer pequeno comércio do bairro.”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3657600" cy="0"/>
          </a:xfrm>
          <a:prstGeom prst="line">
            <a:avLst/>
          </a:prstGeom>
          <a:noFill/>
          <a:ln w="12700">
            <a:solidFill>
              <a:srgbClr val="3C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ambicioso mas honesto — não prometa o que vocês sabem que não dá pra entregar.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1EC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3840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a antena ligada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68712" y="594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/>
        </p:spPr>
      </p:sp>
      <p:sp>
        <p:nvSpPr>
          <p:cNvPr id="8" name="Text 6"/>
          <p:cNvSpPr/>
          <p:nvPr/>
        </p:nvSpPr>
        <p:spPr>
          <a:xfrm>
            <a:off x="10268712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SEGUNDOS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COLOCAR NO SLIDE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Reforce a dor + a solução em uma frase de impacto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com estilo — nunca com “é isso, obrigado”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uma última imagem ou frase que grude na memória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21488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150A2B"/>
          </a:solidFill>
          <a:ln/>
          <a:effectLst>
            <a:outerShdw sx="100000" sy="100000" kx="0" ky="0" algn="bl" rotWithShape="0" blurRad="101600" dist="38100" dir="5400000">
              <a:srgbClr val="1B133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PRÁTICA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8346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“Enquanto negócios continuam decidindo no feeling, a gente decide com dado. Essa é a diferença.”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3657600" cy="0"/>
          </a:xfrm>
          <a:prstGeom prst="line">
            <a:avLst/>
          </a:prstGeom>
          <a:noFill/>
          <a:ln w="12700">
            <a:solidFill>
              <a:srgbClr val="3C2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Ensaie a última frase tanto quanto o gancho — o final é o que a plateia lembra por mais tempo.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0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6C2BD9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rápidas pra não furar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antes de subir no palco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F5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0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86537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não é TCC — pouco texto, muita imagem e gráfico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F5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0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578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slide = 1 ideia só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3467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F5D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0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real de vocês pesa mais que dado genérico da internet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F5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0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0050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Ensaie com cronômetro — 9 minutos voa mais rápido do que parece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F5D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0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71830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as falas com transições claras entre a equipe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F5D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0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543153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Tenha um plano B pra demo (vídeo/print) caso algo falhe ao vivo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PITCH  ·  DADOS + ML +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2026-08-12T00:45:14Z</dcterms:created>
  <dcterms:modified xsi:type="dcterms:W3CDTF">2026-08-12T00:45:14Z</dcterms:modified>
</cp:coreProperties>
</file>